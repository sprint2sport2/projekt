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D2711F-A7C0-45C1-973D-C6EDC8D879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Projekt Feladat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1A79739-93A0-4861-B7CA-9ACCD58FA9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Németh Tamás(13.b),Nagy Zoltán(13.b),</a:t>
            </a:r>
            <a:r>
              <a:rPr lang="hu-HU" dirty="0" err="1"/>
              <a:t>Kabai</a:t>
            </a:r>
            <a:r>
              <a:rPr lang="hu-HU" dirty="0"/>
              <a:t> Koppány Zsolt(13.b)</a:t>
            </a:r>
          </a:p>
        </p:txBody>
      </p:sp>
    </p:spTree>
    <p:extLst>
      <p:ext uri="{BB962C8B-B14F-4D97-AF65-F5344CB8AC3E}">
        <p14:creationId xmlns:p14="http://schemas.microsoft.com/office/powerpoint/2010/main" val="2083995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EB3206-1051-4B4F-A413-7E4F491B4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cég aminek hálózatát csináltuk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6BAF70A-5AB7-4754-9CD3-AD5079ECD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Nagy Lajos gimnázium</a:t>
            </a:r>
          </a:p>
        </p:txBody>
      </p:sp>
    </p:spTree>
    <p:extLst>
      <p:ext uri="{BB962C8B-B14F-4D97-AF65-F5344CB8AC3E}">
        <p14:creationId xmlns:p14="http://schemas.microsoft.com/office/powerpoint/2010/main" val="213651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A28E6AE-2B73-40A7-9627-D2CE08C9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hálózati terv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0A67A03-272B-4658-8E1C-6F7EB8B40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278FD2E-3833-4E3D-88EB-847D1B56A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0589"/>
            <a:ext cx="12192000" cy="467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577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5604C7-615C-407C-8718-995935FE5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Vlanok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2A7C40E-49F9-453A-9DC7-41611BA4C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326AD81-0A25-400E-ABE2-728AC2EDC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96" y="2168766"/>
            <a:ext cx="10011860" cy="252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417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86242B-6A6A-4701-8B12-824773FE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Termek_router</a:t>
            </a:r>
            <a:endParaRPr lang="hu-HU" dirty="0"/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B55E5C6F-89CC-4096-B737-0DF59A35ED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0376" y="2286188"/>
            <a:ext cx="8423626" cy="228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659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388885-A69F-4065-A8CF-624C7293F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Folyoso</a:t>
            </a:r>
            <a:r>
              <a:rPr lang="hu-HU" dirty="0"/>
              <a:t> </a:t>
            </a:r>
            <a:r>
              <a:rPr lang="hu-HU" dirty="0" err="1"/>
              <a:t>switch</a:t>
            </a:r>
            <a:endParaRPr lang="hu-HU" dirty="0"/>
          </a:p>
        </p:txBody>
      </p:sp>
      <p:pic>
        <p:nvPicPr>
          <p:cNvPr id="6" name="Tartalom helye 5">
            <a:extLst>
              <a:ext uri="{FF2B5EF4-FFF2-40B4-BE49-F238E27FC236}">
                <a16:creationId xmlns:a16="http://schemas.microsoft.com/office/drawing/2014/main" id="{92329DC9-8B66-41C8-8181-65A226E4A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339473"/>
            <a:ext cx="9209271" cy="293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956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56DEF9-0A5F-4B10-B005-73ECE489C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6osterem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08FFBA7-B57F-4309-A224-EA3E9573D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C6EDFC2C-BBBF-444D-8E6D-2C95C8423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284211"/>
            <a:ext cx="8124143" cy="171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45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F730D6B-6E42-467C-8317-E8DEFF2EE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7es terem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384BAF46-12E7-4E77-821E-0C30D5262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995090"/>
            <a:ext cx="8851490" cy="226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55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FCBC3E-DE8A-45E9-8C2F-ECA6FDEB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8asterem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396004E-ADA7-4EBB-9973-E75BE84F9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F77B571-A214-4B74-8418-889EE845C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251444"/>
            <a:ext cx="8114617" cy="176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725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A8D8D6-C272-48DB-932C-2B2F426D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Titkarsag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866790-4382-4CC5-85B9-D77D5C6B5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183A7CC-2860-4D5F-8816-5EE21C7FA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533436"/>
            <a:ext cx="8596668" cy="161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272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EF5E8EC-5E7F-4CAC-AF2B-7384DE9E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Tanari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5F617B-5907-4E63-8D75-1E3FE8980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F8123E0-7F31-4077-9A9C-80CD658C1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2448117"/>
            <a:ext cx="8128906" cy="147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281002"/>
      </p:ext>
    </p:extLst>
  </p:cSld>
  <p:clrMapOvr>
    <a:masterClrMapping/>
  </p:clrMapOvr>
</p:sld>
</file>

<file path=ppt/theme/theme1.xml><?xml version="1.0" encoding="utf-8"?>
<a:theme xmlns:a="http://schemas.openxmlformats.org/drawingml/2006/main" name="Dimenzió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47</Words>
  <Application>Microsoft Office PowerPoint</Application>
  <PresentationFormat>Szélesvásznú</PresentationFormat>
  <Paragraphs>13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Dimenzió</vt:lpstr>
      <vt:lpstr>Projekt Feladat</vt:lpstr>
      <vt:lpstr>A cég aminek hálózatát csináltuk</vt:lpstr>
      <vt:lpstr>A hálózati terv</vt:lpstr>
      <vt:lpstr>Vlanok</vt:lpstr>
      <vt:lpstr>Termek_router</vt:lpstr>
      <vt:lpstr>Folyoso switch</vt:lpstr>
      <vt:lpstr>6osterem</vt:lpstr>
      <vt:lpstr>7es terem</vt:lpstr>
      <vt:lpstr>8asterem</vt:lpstr>
      <vt:lpstr>Titkarsag</vt:lpstr>
      <vt:lpstr>Tanari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Feladat</dc:title>
  <dc:creator>vizsgazo</dc:creator>
  <cp:lastModifiedBy>Vizsgazo</cp:lastModifiedBy>
  <cp:revision>4</cp:revision>
  <dcterms:created xsi:type="dcterms:W3CDTF">2026-01-09T07:06:25Z</dcterms:created>
  <dcterms:modified xsi:type="dcterms:W3CDTF">2026-01-14T10:24:02Z</dcterms:modified>
</cp:coreProperties>
</file>