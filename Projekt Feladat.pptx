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BD2711F-A7C0-45C1-973D-C6EDC8D879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Projekt Feladat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1A79739-93A0-4861-B7CA-9ACCD58FA9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Németh Tamás(13.b),Nagy Zoltán(13.b),</a:t>
            </a:r>
            <a:r>
              <a:rPr lang="hu-HU" dirty="0" err="1"/>
              <a:t>Kabai</a:t>
            </a:r>
            <a:r>
              <a:rPr lang="hu-HU" dirty="0"/>
              <a:t> Koppány Zsolt(13.b)</a:t>
            </a:r>
          </a:p>
        </p:txBody>
      </p:sp>
    </p:spTree>
    <p:extLst>
      <p:ext uri="{BB962C8B-B14F-4D97-AF65-F5344CB8AC3E}">
        <p14:creationId xmlns:p14="http://schemas.microsoft.com/office/powerpoint/2010/main" val="2083995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3EB3206-1051-4B4F-A413-7E4F491B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cég aminek hálózatát csináltuk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BAF70A-5AB7-4754-9CD3-AD5079ECD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Nagy Lajos gimnázium</a:t>
            </a:r>
          </a:p>
        </p:txBody>
      </p:sp>
    </p:spTree>
    <p:extLst>
      <p:ext uri="{BB962C8B-B14F-4D97-AF65-F5344CB8AC3E}">
        <p14:creationId xmlns:p14="http://schemas.microsoft.com/office/powerpoint/2010/main" val="2136511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A28E6AE-2B73-40A7-9627-D2CE08C9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hálózati terv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0A67A03-272B-4658-8E1C-6F7EB8B40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31ABFA3-BCDF-4E67-8A89-C8A6A1EBC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96207"/>
            <a:ext cx="12192000" cy="4761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5779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5604C7-615C-407C-8718-995935FE5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Vlanok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2A7C40E-49F9-453A-9DC7-41611BA4C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26AD81-0A25-400E-ABE2-728AC2EDC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96" y="2168766"/>
            <a:ext cx="10011860" cy="2520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41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388885-A69F-4065-A8CF-624C7293F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Folyoso</a:t>
            </a:r>
            <a:r>
              <a:rPr lang="hu-HU" dirty="0"/>
              <a:t> </a:t>
            </a:r>
            <a:r>
              <a:rPr lang="hu-HU" dirty="0" err="1"/>
              <a:t>switch</a:t>
            </a:r>
            <a:endParaRPr lang="hu-HU" dirty="0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FA55D086-4EF9-4D06-BD7B-B36A10C2C1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2071898"/>
            <a:ext cx="6154495" cy="3555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29566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56DEF9-0A5F-4B10-B005-73ECE489C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6osterem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108FFBA7-B57F-4309-A224-EA3E9573D1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6EDFC2C-BBBF-444D-8E6D-2C95C8423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284211"/>
            <a:ext cx="8124143" cy="171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545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F730D6B-6E42-467C-8317-E8DEFF2EE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7es terem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384BAF46-12E7-4E77-821E-0C30D5262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1995090"/>
            <a:ext cx="8851490" cy="226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55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FCBC3E-DE8A-45E9-8C2F-ECA6FDEB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8asterem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396004E-ADA7-4EBB-9973-E75BE84F9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8F77B571-A214-4B74-8418-889EE845C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251444"/>
            <a:ext cx="8114617" cy="176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725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A8D8D6-C272-48DB-932C-2B2F426D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Titkarsag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866790-4382-4CC5-85B9-D77D5C6B5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183A7CC-2860-4D5F-8816-5EE21C7FA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533436"/>
            <a:ext cx="8596668" cy="1612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272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F5E8EC-5E7F-4CAC-AF2B-7384DE9ED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Tanari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15F617B-5907-4E63-8D75-1E3FE8980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8123E0-7F31-4077-9A9C-80CD658C1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5" y="2448117"/>
            <a:ext cx="8128906" cy="147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281002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44</Words>
  <Application>Microsoft Office PowerPoint</Application>
  <PresentationFormat>Szélesvásznú</PresentationFormat>
  <Paragraphs>12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Dimenzió</vt:lpstr>
      <vt:lpstr>Projekt Feladat</vt:lpstr>
      <vt:lpstr>A cég aminek hálózatát csináltuk</vt:lpstr>
      <vt:lpstr>A hálózati terv</vt:lpstr>
      <vt:lpstr>Vlanok</vt:lpstr>
      <vt:lpstr>Folyoso switch</vt:lpstr>
      <vt:lpstr>6osterem</vt:lpstr>
      <vt:lpstr>7es terem</vt:lpstr>
      <vt:lpstr>8asterem</vt:lpstr>
      <vt:lpstr>Titkarsag</vt:lpstr>
      <vt:lpstr>Tanari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 Feladat</dc:title>
  <dc:creator>vizsgazo</dc:creator>
  <cp:lastModifiedBy>vizsgazo</cp:lastModifiedBy>
  <cp:revision>3</cp:revision>
  <dcterms:created xsi:type="dcterms:W3CDTF">2026-01-09T07:06:25Z</dcterms:created>
  <dcterms:modified xsi:type="dcterms:W3CDTF">2026-01-09T07:35:41Z</dcterms:modified>
</cp:coreProperties>
</file>