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72" r:id="rId4"/>
    <p:sldId id="273" r:id="rId5"/>
    <p:sldId id="258" r:id="rId6"/>
    <p:sldId id="276" r:id="rId7"/>
    <p:sldId id="270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59" r:id="rId19"/>
    <p:sldId id="266" r:id="rId20"/>
    <p:sldId id="260" r:id="rId21"/>
    <p:sldId id="261" r:id="rId22"/>
    <p:sldId id="262" r:id="rId23"/>
    <p:sldId id="263" r:id="rId24"/>
    <p:sldId id="264" r:id="rId25"/>
    <p:sldId id="265" r:id="rId26"/>
    <p:sldId id="277" r:id="rId27"/>
    <p:sldId id="275" r:id="rId28"/>
    <p:sldId id="294" r:id="rId29"/>
    <p:sldId id="293" r:id="rId30"/>
    <p:sldId id="278" r:id="rId31"/>
    <p:sldId id="274" r:id="rId32"/>
    <p:sldId id="289" r:id="rId33"/>
    <p:sldId id="290" r:id="rId34"/>
    <p:sldId id="291" r:id="rId35"/>
    <p:sldId id="292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D2711F-A7C0-45C1-973D-C6EDC8D879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Projekt Feladat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1A79739-93A0-4861-B7CA-9ACCD58FA9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Németh Tamás(13.b),Nagy Zoltán(13.b),</a:t>
            </a:r>
            <a:r>
              <a:rPr lang="hu-HU" dirty="0" err="1"/>
              <a:t>Kabai</a:t>
            </a:r>
            <a:r>
              <a:rPr lang="hu-HU" dirty="0"/>
              <a:t> Koppány Zsolt(13.b)</a:t>
            </a:r>
          </a:p>
        </p:txBody>
      </p:sp>
    </p:spTree>
    <p:extLst>
      <p:ext uri="{BB962C8B-B14F-4D97-AF65-F5344CB8AC3E}">
        <p14:creationId xmlns:p14="http://schemas.microsoft.com/office/powerpoint/2010/main" val="2083995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EB3206-1051-4B4F-A413-7E4F491B4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cég aminek hálózatát csináltuk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BAF70A-5AB7-4754-9CD3-AD5079ECD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Nagy Lajos gimnázium</a:t>
            </a:r>
          </a:p>
        </p:txBody>
      </p:sp>
    </p:spTree>
    <p:extLst>
      <p:ext uri="{BB962C8B-B14F-4D97-AF65-F5344CB8AC3E}">
        <p14:creationId xmlns:p14="http://schemas.microsoft.com/office/powerpoint/2010/main" val="213651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D852E8-C817-4925-A253-A1615689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megvalósítás során használt eszközök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EB75B5E-96D0-4818-A404-B889F4728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74250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01DDA2-6220-459D-9665-6823FBE4C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dokumentáció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DF69B56-B2DB-4D78-82E9-0EEF8DBF2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56541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28E6AE-2B73-40A7-9627-D2CE08C9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hálózati terv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13D2A5BA-58FB-4C61-8605-02174CAB51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7357" y="1395664"/>
            <a:ext cx="9285980" cy="464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577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19BFD9-67E5-44C2-99C1-287CA9187F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Gimnázium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10D4DBA-6352-42F3-9FBA-1193DE2BD9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8651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BF267F-94D3-4589-9070-7A6FF2236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Gimnázium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5B7AE72-E4CA-4ECE-915C-36F4596277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B529DD0-9EB7-4BB8-B7A6-CCE0A21FC29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218238" y="2160588"/>
            <a:ext cx="6043320" cy="3678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42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37320C-91D4-4510-8DAE-B477AD8C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6-os terem </a:t>
            </a:r>
            <a:r>
              <a:rPr lang="hu-HU" dirty="0" err="1"/>
              <a:t>switch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036B9C-06AB-4EAC-AFC0-58157C45E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6osterem</a:t>
            </a:r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karacs.s6.hu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default-gateway</a:t>
            </a:r>
            <a:r>
              <a:rPr lang="hu-HU" dirty="0"/>
              <a:t>: 192.168.99.1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48736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59F44C-2980-4AB8-8F3F-756E42804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7-es terem </a:t>
            </a:r>
            <a:r>
              <a:rPr lang="hu-HU" dirty="0" err="1"/>
              <a:t>switch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26A3726-FFDB-48A6-89AF-21A4052C4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7esterem</a:t>
            </a:r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karacs.s7.hu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default-gateway</a:t>
            </a:r>
            <a:r>
              <a:rPr lang="hu-HU" dirty="0"/>
              <a:t>: 192.168.99.1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94259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185742F-2879-497D-9BD0-6E0B76FF5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8-as terem </a:t>
            </a:r>
            <a:r>
              <a:rPr lang="hu-HU" dirty="0" err="1"/>
              <a:t>switch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83449F3-72DD-4AD9-9B59-93A5DD70A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8asterem</a:t>
            </a:r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karacs.s8.hu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default-gateway</a:t>
            </a:r>
            <a:r>
              <a:rPr lang="hu-HU" dirty="0"/>
              <a:t>: 192.168.99.1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3264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37FE24-3896-4063-8810-097AE9B1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folyosó </a:t>
            </a:r>
            <a:r>
              <a:rPr lang="hu-HU" dirty="0" err="1"/>
              <a:t>switch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52EAC4-AA1E-4A4C-8234-9A684888F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</a:t>
            </a:r>
            <a:r>
              <a:rPr lang="hu-HU" dirty="0" err="1"/>
              <a:t>folyoso</a:t>
            </a:r>
            <a:endParaRPr lang="hu-HU" dirty="0"/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karacs.folyoso.hu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default-gateway</a:t>
            </a:r>
            <a:r>
              <a:rPr lang="hu-HU" dirty="0"/>
              <a:t>: 192.168.99.1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54748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4F8AAD-4615-4316-8A53-9386A9C70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titkárság </a:t>
            </a:r>
            <a:r>
              <a:rPr lang="hu-HU" dirty="0" err="1"/>
              <a:t>switch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D33DBB-E667-48B4-9EF6-46BBB2ECC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</a:t>
            </a:r>
            <a:r>
              <a:rPr lang="hu-HU" dirty="0" err="1"/>
              <a:t>Titkarsag</a:t>
            </a:r>
            <a:endParaRPr lang="hu-HU" dirty="0"/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karacs.Titkarsag.hu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default-gateway</a:t>
            </a:r>
            <a:r>
              <a:rPr lang="hu-HU" dirty="0"/>
              <a:t>: 192.168.99.1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52337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2E8B9E-D061-47A4-8956-FCB09CA80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Tanár </a:t>
            </a:r>
            <a:r>
              <a:rPr lang="hu-HU" dirty="0" err="1"/>
              <a:t>switch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B8C3E03-0DDE-4C5F-9573-7DF9A281E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</a:t>
            </a:r>
            <a:r>
              <a:rPr lang="hu-HU" dirty="0" err="1"/>
              <a:t>tanari</a:t>
            </a:r>
            <a:endParaRPr lang="hu-HU" dirty="0"/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karacs.tanari.hu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default-gateway</a:t>
            </a:r>
            <a:r>
              <a:rPr lang="hu-HU" dirty="0"/>
              <a:t>: 192.168.99.1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21683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7EB1A9-E16D-4C1C-B2ED-92E22E759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Termek router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C38316C-CF76-4784-AAF6-727344F43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</a:t>
            </a:r>
            <a:r>
              <a:rPr lang="hu-HU" dirty="0" err="1"/>
              <a:t>Terem_router</a:t>
            </a:r>
            <a:endParaRPr lang="hu-HU" dirty="0"/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karacs.Terem_router.hu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Crypto</a:t>
            </a:r>
            <a:r>
              <a:rPr lang="hu-HU" dirty="0"/>
              <a:t> </a:t>
            </a:r>
            <a:r>
              <a:rPr lang="hu-HU" dirty="0" err="1"/>
              <a:t>key</a:t>
            </a:r>
            <a:r>
              <a:rPr lang="hu-HU" dirty="0"/>
              <a:t> </a:t>
            </a:r>
            <a:r>
              <a:rPr lang="hu-HU" dirty="0" err="1"/>
              <a:t>generate</a:t>
            </a:r>
            <a:r>
              <a:rPr lang="hu-HU" dirty="0"/>
              <a:t> rsa:2048</a:t>
            </a:r>
          </a:p>
          <a:p>
            <a:r>
              <a:rPr lang="hu-HU" dirty="0"/>
              <a:t>Ipv6 </a:t>
            </a:r>
            <a:r>
              <a:rPr lang="hu-HU" dirty="0" err="1"/>
              <a:t>unicast-routing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737567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8A73F7-73C3-42ED-B40E-AC809D037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Szolgáltató router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B7F5DB7-6EFD-457B-9031-06C98D068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</a:t>
            </a:r>
            <a:r>
              <a:rPr lang="hu-HU" dirty="0" err="1"/>
              <a:t>szolgaltato</a:t>
            </a:r>
            <a:endParaRPr lang="hu-HU" dirty="0"/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karacs.szolgaltato.hu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Crypto</a:t>
            </a:r>
            <a:r>
              <a:rPr lang="hu-HU" dirty="0"/>
              <a:t> </a:t>
            </a:r>
            <a:r>
              <a:rPr lang="hu-HU" dirty="0" err="1"/>
              <a:t>key</a:t>
            </a:r>
            <a:r>
              <a:rPr lang="hu-HU" dirty="0"/>
              <a:t> </a:t>
            </a:r>
            <a:r>
              <a:rPr lang="hu-HU" dirty="0" err="1"/>
              <a:t>generate</a:t>
            </a:r>
            <a:r>
              <a:rPr lang="hu-HU" dirty="0"/>
              <a:t> rsa:2048</a:t>
            </a:r>
          </a:p>
          <a:p>
            <a:r>
              <a:rPr lang="hu-HU" dirty="0"/>
              <a:t>Ipv6 </a:t>
            </a:r>
            <a:r>
              <a:rPr lang="hu-HU" dirty="0" err="1"/>
              <a:t>unicast-routing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89426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CFE9B4C-F1E4-4B39-9A70-03347B690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SSH a távoli eléréshez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0CC205C-86B5-429F-8546-1165AFAD4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admin,password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/>
              <a:t>Line </a:t>
            </a:r>
            <a:r>
              <a:rPr lang="hu-HU" dirty="0" err="1"/>
              <a:t>vty</a:t>
            </a:r>
            <a:r>
              <a:rPr lang="hu-HU" dirty="0"/>
              <a:t> 0 4</a:t>
            </a:r>
          </a:p>
          <a:p>
            <a:pPr lvl="1"/>
            <a:r>
              <a:rPr lang="hu-HU" dirty="0"/>
              <a:t>login local</a:t>
            </a:r>
          </a:p>
          <a:p>
            <a:pPr lvl="1"/>
            <a:r>
              <a:rPr lang="hu-HU" dirty="0" err="1"/>
              <a:t>transport</a:t>
            </a:r>
            <a:r>
              <a:rPr lang="hu-HU" dirty="0"/>
              <a:t> input </a:t>
            </a:r>
            <a:r>
              <a:rPr lang="hu-HU" dirty="0" err="1"/>
              <a:t>ssh</a:t>
            </a:r>
            <a:endParaRPr lang="hu-HU" dirty="0"/>
          </a:p>
          <a:p>
            <a:r>
              <a:rPr lang="hu-HU" dirty="0"/>
              <a:t>Line </a:t>
            </a:r>
            <a:r>
              <a:rPr lang="hu-HU" dirty="0" err="1"/>
              <a:t>vty</a:t>
            </a:r>
            <a:r>
              <a:rPr lang="hu-HU" dirty="0"/>
              <a:t> 0 15</a:t>
            </a:r>
          </a:p>
          <a:p>
            <a:pPr lvl="1"/>
            <a:r>
              <a:rPr lang="hu-HU" dirty="0"/>
              <a:t>login local</a:t>
            </a:r>
          </a:p>
          <a:p>
            <a:pPr lvl="1"/>
            <a:r>
              <a:rPr lang="hu-HU" dirty="0" err="1"/>
              <a:t>Transport</a:t>
            </a:r>
            <a:r>
              <a:rPr lang="hu-HU" dirty="0"/>
              <a:t> input </a:t>
            </a:r>
            <a:r>
              <a:rPr lang="hu-HU" dirty="0" err="1"/>
              <a:t>ssh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96462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8D96A3-F79E-4FD6-8D7E-072C085ED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9BFF82-F37F-42E1-B2CF-5A4B1969E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01785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5604C7-615C-407C-8718-995935FE5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VLAN-ok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F659D829-2455-4E97-A4B8-C10E0A1515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2460444"/>
            <a:ext cx="10437326" cy="262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4176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086242B-6A6A-4701-8B12-824773FE5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Termek_router</a:t>
            </a:r>
            <a:endParaRPr lang="hu-HU" dirty="0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55E5C6F-89CC-4096-B737-0DF59A35E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0376" y="2286188"/>
            <a:ext cx="8423626" cy="2285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659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388885-A69F-4065-A8CF-624C7293F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Folyoso</a:t>
            </a:r>
            <a:r>
              <a:rPr lang="hu-HU" dirty="0"/>
              <a:t> </a:t>
            </a:r>
            <a:r>
              <a:rPr lang="hu-HU" dirty="0" err="1"/>
              <a:t>switch</a:t>
            </a:r>
            <a:endParaRPr lang="hu-HU" dirty="0"/>
          </a:p>
        </p:txBody>
      </p:sp>
      <p:pic>
        <p:nvPicPr>
          <p:cNvPr id="6" name="Tartalom helye 5">
            <a:extLst>
              <a:ext uri="{FF2B5EF4-FFF2-40B4-BE49-F238E27FC236}">
                <a16:creationId xmlns:a16="http://schemas.microsoft.com/office/drawing/2014/main" id="{92329DC9-8B66-41C8-8181-65A226E4AC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2339473"/>
            <a:ext cx="9209271" cy="2935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956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56DEF9-0A5F-4B10-B005-73ECE489C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6osterem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97A90FC0-5516-41BA-8977-D3C59B56E9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2335641"/>
            <a:ext cx="10350456" cy="2186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545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F730D6B-6E42-467C-8317-E8DEFF2EE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7es terem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384BAF46-12E7-4E77-821E-0C30D5262C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1995090"/>
            <a:ext cx="8851490" cy="2263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559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FCBC3E-DE8A-45E9-8C2F-ECA6FDEB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8asterem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396004E-ADA7-4EBB-9973-E75BE84F9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F77B571-A214-4B74-8418-889EE845C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2" y="2160589"/>
            <a:ext cx="10038399" cy="218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725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A8D8D6-C272-48DB-932C-2B2F426D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Titkarsag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866790-4382-4CC5-85B9-D77D5C6B5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183A7CC-2860-4D5F-8816-5EE21C7FA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533436"/>
            <a:ext cx="8596668" cy="1612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272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EF5E8EC-5E7F-4CAC-AF2B-7384DE9ED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Tanári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22FBA64A-16A9-4828-8EBA-933D4A642E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3" y="2808594"/>
            <a:ext cx="9814203" cy="1776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2810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870B47-F069-426F-A517-39DBAB3703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Az Ipari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2F9B82D-52A4-4D8E-98C9-B42ECB744A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4153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5898DF-9A18-427F-931B-8610531D3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Ipari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DDC7EEA-E8B7-4D11-89FA-0832B4E59D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9F4A15D0-D33C-4E6A-A680-248D2A67D23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410367" y="1930400"/>
            <a:ext cx="5434096" cy="4245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30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3BDBE4-61FC-4609-B7F1-95C76605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Alapkonfiguráció Ipari </a:t>
            </a:r>
            <a:r>
              <a:rPr lang="hu-HU" dirty="0" err="1"/>
              <a:t>switch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108F656-B9A0-41AC-BD30-902D78A0B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hostname</a:t>
            </a:r>
            <a:r>
              <a:rPr lang="hu-HU" dirty="0"/>
              <a:t>: </a:t>
            </a:r>
            <a:r>
              <a:rPr lang="hu-HU" dirty="0" err="1"/>
              <a:t>ipari_switch</a:t>
            </a:r>
            <a:endParaRPr lang="hu-HU" dirty="0"/>
          </a:p>
          <a:p>
            <a:r>
              <a:rPr lang="hu-HU" dirty="0" err="1"/>
              <a:t>enable</a:t>
            </a:r>
            <a:r>
              <a:rPr lang="hu-HU" dirty="0"/>
              <a:t> </a:t>
            </a:r>
            <a:r>
              <a:rPr lang="hu-HU" dirty="0" err="1"/>
              <a:t>secret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 err="1"/>
              <a:t>Ip</a:t>
            </a:r>
            <a:r>
              <a:rPr lang="hu-HU" dirty="0"/>
              <a:t> </a:t>
            </a:r>
            <a:r>
              <a:rPr lang="hu-HU" dirty="0" err="1"/>
              <a:t>domain-name</a:t>
            </a:r>
            <a:r>
              <a:rPr lang="hu-HU" dirty="0"/>
              <a:t>: karacs.ipari_switch.hu</a:t>
            </a:r>
          </a:p>
          <a:p>
            <a:r>
              <a:rPr lang="hu-HU" dirty="0" err="1"/>
              <a:t>Username</a:t>
            </a:r>
            <a:r>
              <a:rPr lang="hu-HU" dirty="0"/>
              <a:t>: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password</a:t>
            </a:r>
            <a:r>
              <a:rPr lang="hu-HU" dirty="0"/>
              <a:t>: </a:t>
            </a:r>
            <a:r>
              <a:rPr lang="hu-HU" dirty="0" err="1"/>
              <a:t>cisco</a:t>
            </a:r>
            <a:endParaRPr lang="hu-HU" dirty="0"/>
          </a:p>
          <a:p>
            <a:r>
              <a:rPr lang="hu-HU" dirty="0"/>
              <a:t>Vlan1: 172.16.0.62 255.255.255.192</a:t>
            </a:r>
          </a:p>
        </p:txBody>
      </p:sp>
    </p:spTree>
    <p:extLst>
      <p:ext uri="{BB962C8B-B14F-4D97-AF65-F5344CB8AC3E}">
        <p14:creationId xmlns:p14="http://schemas.microsoft.com/office/powerpoint/2010/main" val="3605983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9A2E47A-BB9F-4785-85B2-A625FFF5E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GRE </a:t>
            </a:r>
            <a:r>
              <a:rPr lang="hu-HU" dirty="0" err="1"/>
              <a:t>Tunnel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AB4AC2-1481-465A-9746-C6F1EBFA7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14180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533B67-438F-4690-8F65-518FEE327A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Tanműhely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8A09822-DCA5-439F-B850-91B127D31C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31562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EBEBEE-ECC9-4D3F-BF6F-B32461C9B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Tanműhely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8CA58F-2B20-4CED-84E2-DA6671576B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E1B7EBB-A6EE-4350-BD7E-41AA87C22EA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21609" y="2450036"/>
            <a:ext cx="6872576" cy="27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419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6F9B9DC-6CBD-4501-8C25-F982CD9852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Az ASA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4365C9-CD9E-44CE-B581-2A23CE7D6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32641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7AFCE3-37B3-4106-AAE4-F3D06BEC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Alapbeállítások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722C3AF-A368-4A90-A618-6C73C60BE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644904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7AB22F-F439-4E5C-8CC2-A108306CF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DHCP, SSH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5FCD6EC-9E1B-466F-BD2F-67073E3FB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145948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FD5A33-ABEA-473F-B799-E482199C7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NAT, ICMP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508E23E-A1D6-42F0-9BB3-2591EADAB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3384728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375</Words>
  <Application>Microsoft Office PowerPoint</Application>
  <PresentationFormat>Szélesvásznú</PresentationFormat>
  <Paragraphs>90</Paragraphs>
  <Slides>35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35</vt:i4>
      </vt:variant>
    </vt:vector>
  </HeadingPairs>
  <TitlesOfParts>
    <vt:vector size="39" baseType="lpstr">
      <vt:lpstr>Arial</vt:lpstr>
      <vt:lpstr>Trebuchet MS</vt:lpstr>
      <vt:lpstr>Wingdings 3</vt:lpstr>
      <vt:lpstr>Dimenzió</vt:lpstr>
      <vt:lpstr>Projekt Feladat</vt:lpstr>
      <vt:lpstr>A cég aminek hálózatát csináltuk</vt:lpstr>
      <vt:lpstr>A megvalósítás során használt eszközök</vt:lpstr>
      <vt:lpstr>A dokumentáció részei</vt:lpstr>
      <vt:lpstr>A hálózati terv</vt:lpstr>
      <vt:lpstr>A Gimnázium</vt:lpstr>
      <vt:lpstr>Gimnázium</vt:lpstr>
      <vt:lpstr>Alapkonfiguráció 6-os terem switch</vt:lpstr>
      <vt:lpstr>Alapkonfiguráció 7-es terem switch</vt:lpstr>
      <vt:lpstr>Alapkonfiguráció 8-as terem switch</vt:lpstr>
      <vt:lpstr>Alapkonfiguráció folyosó switch</vt:lpstr>
      <vt:lpstr>Alapkonfiguráció titkárság switch</vt:lpstr>
      <vt:lpstr>Alapkonfiguráció Tanár switch</vt:lpstr>
      <vt:lpstr>Alapkonfiguráció Termek router</vt:lpstr>
      <vt:lpstr>Alapkonfiguráció Szolgáltató router</vt:lpstr>
      <vt:lpstr>SSH a távoli eléréshez</vt:lpstr>
      <vt:lpstr>PowerPoint-bemutató</vt:lpstr>
      <vt:lpstr>VLAN-ok</vt:lpstr>
      <vt:lpstr>Termek_router</vt:lpstr>
      <vt:lpstr>Folyoso switch</vt:lpstr>
      <vt:lpstr>6osterem</vt:lpstr>
      <vt:lpstr>7es terem</vt:lpstr>
      <vt:lpstr>8asterem</vt:lpstr>
      <vt:lpstr>Titkarsag</vt:lpstr>
      <vt:lpstr>Tanári</vt:lpstr>
      <vt:lpstr>Az Ipari</vt:lpstr>
      <vt:lpstr>Ipari</vt:lpstr>
      <vt:lpstr>Alapkonfiguráció Ipari switch</vt:lpstr>
      <vt:lpstr>GRE Tunnel</vt:lpstr>
      <vt:lpstr>A Tanműhely</vt:lpstr>
      <vt:lpstr>Tanműhely</vt:lpstr>
      <vt:lpstr>Az ASA</vt:lpstr>
      <vt:lpstr>Alapbeállítások</vt:lpstr>
      <vt:lpstr>DHCP, SSH</vt:lpstr>
      <vt:lpstr>NAT, ICMP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 Feladat</dc:title>
  <dc:creator>vizsgazo</dc:creator>
  <cp:lastModifiedBy>Vizsgazo</cp:lastModifiedBy>
  <cp:revision>21</cp:revision>
  <dcterms:created xsi:type="dcterms:W3CDTF">2026-01-09T07:06:25Z</dcterms:created>
  <dcterms:modified xsi:type="dcterms:W3CDTF">2026-02-04T11:11:42Z</dcterms:modified>
</cp:coreProperties>
</file>