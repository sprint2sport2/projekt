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D2711F-A7C0-45C1-973D-C6EDC8D87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Projekt 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1A79739-93A0-4861-B7CA-9ACCD58FA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Németh Tamás(13.b),Nagy Zoltán(13.b),</a:t>
            </a:r>
            <a:r>
              <a:rPr lang="hu-HU" dirty="0" err="1"/>
              <a:t>Kabai</a:t>
            </a:r>
            <a:r>
              <a:rPr lang="hu-HU" dirty="0"/>
              <a:t> Koppány Zsolt(13.b)</a:t>
            </a:r>
          </a:p>
        </p:txBody>
      </p:sp>
    </p:spTree>
    <p:extLst>
      <p:ext uri="{BB962C8B-B14F-4D97-AF65-F5344CB8AC3E}">
        <p14:creationId xmlns:p14="http://schemas.microsoft.com/office/powerpoint/2010/main" val="208399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EB3206-1051-4B4F-A413-7E4F491B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cég aminek hálózatát csináltuk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BAF70A-5AB7-4754-9CD3-AD5079EC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Karacs Ferenc Gimnázium ipari tanműhelyének hálózata elkülönített tanulói, tanári és szerveres szegmensekből áll.</a:t>
            </a:r>
          </a:p>
          <a:p>
            <a:r>
              <a:rPr lang="hu-HU" dirty="0"/>
              <a:t> A hálózat VLAN-ok alkalmazásával biztosítja az átlátható és biztonságos működést. </a:t>
            </a:r>
          </a:p>
          <a:p>
            <a:r>
              <a:rPr lang="hu-HU" dirty="0"/>
              <a:t>A végponti eszközök </a:t>
            </a:r>
            <a:r>
              <a:rPr lang="hu-HU" dirty="0" err="1"/>
              <a:t>switcheken</a:t>
            </a:r>
            <a:r>
              <a:rPr lang="hu-HU" dirty="0"/>
              <a:t> keresztül csatlakoznak, míg a routerek gondoskodnak a hálózati forgalom irányításáról és a vezetékes, illetve vezeték nélküli kapcsolatok működéséről.</a:t>
            </a:r>
          </a:p>
          <a:p>
            <a:r>
              <a:rPr lang="hu-HU" dirty="0"/>
              <a:t> A rendszer oktatási célokra, hálózatépítési és üzemeltetési gyakorlatokhoz készült.</a:t>
            </a:r>
          </a:p>
        </p:txBody>
      </p:sp>
    </p:spTree>
    <p:extLst>
      <p:ext uri="{BB962C8B-B14F-4D97-AF65-F5344CB8AC3E}">
        <p14:creationId xmlns:p14="http://schemas.microsoft.com/office/powerpoint/2010/main" val="213651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28E6AE-2B73-40A7-9627-D2CE08C9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hálózati terv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A67A03-272B-4658-8E1C-6F7EB8B4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holnap</a:t>
            </a:r>
          </a:p>
        </p:txBody>
      </p:sp>
    </p:spTree>
    <p:extLst>
      <p:ext uri="{BB962C8B-B14F-4D97-AF65-F5344CB8AC3E}">
        <p14:creationId xmlns:p14="http://schemas.microsoft.com/office/powerpoint/2010/main" val="270657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5604C7-615C-407C-8718-995935FE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Vlanok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A7C40E-49F9-453A-9DC7-41611BA4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26AD81-0A25-400E-ABE2-728AC2EDC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96" y="2168766"/>
            <a:ext cx="10011860" cy="252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1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86242B-6A6A-4701-8B12-824773FE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Termek_router</a:t>
            </a:r>
            <a:endParaRPr lang="hu-HU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5B2C4A99-1EBE-4763-8D33-5899D2797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075" y="2662783"/>
            <a:ext cx="5947446" cy="226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5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388885-A69F-4065-A8CF-624C7293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Folyoso</a:t>
            </a:r>
            <a:r>
              <a:rPr lang="hu-HU" dirty="0"/>
              <a:t> </a:t>
            </a:r>
            <a:r>
              <a:rPr lang="hu-HU" dirty="0" err="1"/>
              <a:t>switch</a:t>
            </a:r>
            <a:endParaRPr lang="hu-HU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92329DC9-8B66-41C8-8181-65A226E4A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339473"/>
            <a:ext cx="9209271" cy="293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5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56DEF9-0A5F-4B10-B005-73ECE489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6osterem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08FFBA7-B57F-4309-A224-EA3E9573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6EDFC2C-BBBF-444D-8E6D-2C95C8423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84211"/>
            <a:ext cx="8124143" cy="171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730D6B-6E42-467C-8317-E8DEFF2E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7es terem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384BAF46-12E7-4E77-821E-0C30D5262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95090"/>
            <a:ext cx="8851490" cy="226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5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FCBC3E-DE8A-45E9-8C2F-ECA6FDEB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8asterem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96004E-ADA7-4EBB-9973-E75BE84F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F77B571-A214-4B74-8418-889EE845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51444"/>
            <a:ext cx="8114617" cy="176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2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A8D8D6-C272-48DB-932C-2B2F426D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Titkarsag</a:t>
            </a:r>
            <a:endParaRPr lang="hu-HU" dirty="0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71D3FA0D-30CD-4E3B-BF8A-A5F9146DC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561667"/>
            <a:ext cx="9360644" cy="173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7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F5E8EC-5E7F-4CAC-AF2B-7384DE9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Tanari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5F617B-5907-4E63-8D75-1E3FE898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F8123E0-7F31-4077-9A9C-80CD658C1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2448117"/>
            <a:ext cx="8128906" cy="14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28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A147EF-110B-4F9B-B93B-006793E5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 konfiguráció, </a:t>
            </a:r>
            <a:r>
              <a:rPr lang="hu-HU" dirty="0" err="1"/>
              <a:t>ssh</a:t>
            </a:r>
            <a:r>
              <a:rPr lang="hu-HU" dirty="0"/>
              <a:t>, </a:t>
            </a:r>
            <a:r>
              <a:rPr lang="hu-HU" dirty="0" err="1"/>
              <a:t>Termek_router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C544F2-206C-4421-AD6A-6267CAF30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hostname</a:t>
            </a:r>
            <a:r>
              <a:rPr lang="hu-HU" dirty="0"/>
              <a:t> </a:t>
            </a:r>
            <a:r>
              <a:rPr lang="hu-HU" dirty="0" err="1"/>
              <a:t>Terem_router</a:t>
            </a:r>
            <a:endParaRPr lang="hu-HU" dirty="0"/>
          </a:p>
          <a:p>
            <a:r>
              <a:rPr lang="hu-HU" dirty="0" err="1"/>
              <a:t>enable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username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</a:t>
            </a:r>
            <a:r>
              <a:rPr lang="hu-HU" dirty="0" err="1"/>
              <a:t>password</a:t>
            </a:r>
            <a:r>
              <a:rPr lang="hu-HU" dirty="0"/>
              <a:t> 0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domain-name</a:t>
            </a:r>
            <a:r>
              <a:rPr lang="hu-HU" dirty="0"/>
              <a:t> karacs.Terem_router.hu</a:t>
            </a:r>
          </a:p>
          <a:p>
            <a:r>
              <a:rPr lang="hu-HU" dirty="0" err="1"/>
              <a:t>Crypto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rsa</a:t>
            </a:r>
            <a:r>
              <a:rPr lang="hu-HU" dirty="0"/>
              <a:t> 2048</a:t>
            </a:r>
          </a:p>
          <a:p>
            <a:r>
              <a:rPr lang="hu-HU" dirty="0"/>
              <a:t>Line </a:t>
            </a:r>
            <a:r>
              <a:rPr lang="hu-HU" dirty="0" err="1"/>
              <a:t>vty</a:t>
            </a:r>
            <a:r>
              <a:rPr lang="hu-HU" dirty="0"/>
              <a:t> 0 15 </a:t>
            </a:r>
          </a:p>
          <a:p>
            <a:r>
              <a:rPr lang="hu-HU" dirty="0"/>
              <a:t>Login local </a:t>
            </a:r>
          </a:p>
          <a:p>
            <a:r>
              <a:rPr lang="hu-HU" dirty="0" err="1"/>
              <a:t>Transport</a:t>
            </a:r>
            <a:r>
              <a:rPr lang="hu-HU" dirty="0"/>
              <a:t> input </a:t>
            </a:r>
            <a:r>
              <a:rPr lang="hu-HU" dirty="0" err="1"/>
              <a:t>ssh</a:t>
            </a:r>
            <a:r>
              <a:rPr lang="hu-HU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8464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33A779-C49D-4501-8D26-AFFC5472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 konfiguráció, </a:t>
            </a:r>
            <a:r>
              <a:rPr lang="hu-HU" dirty="0" err="1"/>
              <a:t>ssh</a:t>
            </a:r>
            <a:r>
              <a:rPr lang="hu-HU" dirty="0"/>
              <a:t>, Szolgáltató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CB84A6-9C3E-4F81-99D1-4BA377B16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hostname</a:t>
            </a:r>
            <a:r>
              <a:rPr lang="hu-HU" dirty="0"/>
              <a:t> </a:t>
            </a:r>
            <a:r>
              <a:rPr lang="hu-HU" dirty="0" err="1"/>
              <a:t>Szolgaltato</a:t>
            </a:r>
            <a:endParaRPr lang="hu-HU" dirty="0"/>
          </a:p>
          <a:p>
            <a:r>
              <a:rPr lang="hu-HU" dirty="0" err="1"/>
              <a:t>enable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username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</a:t>
            </a:r>
            <a:r>
              <a:rPr lang="hu-HU" dirty="0" err="1"/>
              <a:t>password</a:t>
            </a:r>
            <a:r>
              <a:rPr lang="hu-HU" dirty="0"/>
              <a:t> 0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domain-name</a:t>
            </a:r>
            <a:r>
              <a:rPr lang="hu-HU" dirty="0"/>
              <a:t> karacs.Szolgaltato.hu</a:t>
            </a:r>
          </a:p>
          <a:p>
            <a:r>
              <a:rPr lang="hu-HU" dirty="0" err="1"/>
              <a:t>Crypto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rsa</a:t>
            </a:r>
            <a:r>
              <a:rPr lang="hu-HU" dirty="0"/>
              <a:t> 2048</a:t>
            </a:r>
          </a:p>
          <a:p>
            <a:r>
              <a:rPr lang="hu-HU" dirty="0"/>
              <a:t>Line </a:t>
            </a:r>
            <a:r>
              <a:rPr lang="hu-HU" dirty="0" err="1"/>
              <a:t>vty</a:t>
            </a:r>
            <a:r>
              <a:rPr lang="hu-HU" dirty="0"/>
              <a:t> 0 15 </a:t>
            </a:r>
          </a:p>
          <a:p>
            <a:r>
              <a:rPr lang="hu-HU" dirty="0"/>
              <a:t>Login local </a:t>
            </a:r>
          </a:p>
          <a:p>
            <a:r>
              <a:rPr lang="hu-HU" dirty="0" err="1"/>
              <a:t>Transport</a:t>
            </a:r>
            <a:r>
              <a:rPr lang="hu-HU" dirty="0"/>
              <a:t> input </a:t>
            </a:r>
            <a:r>
              <a:rPr lang="hu-HU" dirty="0" err="1"/>
              <a:t>ssh</a:t>
            </a:r>
            <a:r>
              <a:rPr lang="hu-HU" dirty="0"/>
              <a:t> 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4633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9AE4F5-6634-49A4-8F4A-8B60E11B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 konfiguráció, </a:t>
            </a:r>
            <a:r>
              <a:rPr lang="hu-HU" dirty="0" err="1"/>
              <a:t>ssh</a:t>
            </a:r>
            <a:r>
              <a:rPr lang="hu-HU" dirty="0"/>
              <a:t>, </a:t>
            </a:r>
            <a:r>
              <a:rPr lang="hu-HU" dirty="0" err="1"/>
              <a:t>Tanmuhely</a:t>
            </a:r>
            <a:r>
              <a:rPr lang="hu-HU" dirty="0"/>
              <a:t> 1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27B91E-B024-4AD5-9102-D80983316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hostname</a:t>
            </a:r>
            <a:r>
              <a:rPr lang="hu-HU" dirty="0"/>
              <a:t> Tanmuhely1</a:t>
            </a:r>
          </a:p>
          <a:p>
            <a:r>
              <a:rPr lang="hu-HU" dirty="0" err="1"/>
              <a:t>enable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username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</a:t>
            </a:r>
            <a:r>
              <a:rPr lang="hu-HU" dirty="0" err="1"/>
              <a:t>password</a:t>
            </a:r>
            <a:r>
              <a:rPr lang="hu-HU" dirty="0"/>
              <a:t> 0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domain-name</a:t>
            </a:r>
            <a:r>
              <a:rPr lang="hu-HU" dirty="0"/>
              <a:t> karacs.Tanmuhely1.hu</a:t>
            </a:r>
          </a:p>
          <a:p>
            <a:r>
              <a:rPr lang="hu-HU" dirty="0" err="1"/>
              <a:t>Crypto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rsa</a:t>
            </a:r>
            <a:r>
              <a:rPr lang="hu-HU" dirty="0"/>
              <a:t> 2048</a:t>
            </a:r>
          </a:p>
          <a:p>
            <a:r>
              <a:rPr lang="hu-HU" dirty="0"/>
              <a:t>Line </a:t>
            </a:r>
            <a:r>
              <a:rPr lang="hu-HU" dirty="0" err="1"/>
              <a:t>vty</a:t>
            </a:r>
            <a:r>
              <a:rPr lang="hu-HU" dirty="0"/>
              <a:t> 0 15 </a:t>
            </a:r>
          </a:p>
          <a:p>
            <a:r>
              <a:rPr lang="hu-HU" dirty="0"/>
              <a:t>Login local </a:t>
            </a:r>
          </a:p>
          <a:p>
            <a:r>
              <a:rPr lang="hu-HU" dirty="0" err="1"/>
              <a:t>Transport</a:t>
            </a:r>
            <a:r>
              <a:rPr lang="hu-HU" dirty="0"/>
              <a:t> input </a:t>
            </a:r>
            <a:r>
              <a:rPr lang="hu-HU" dirty="0" err="1"/>
              <a:t>ssh</a:t>
            </a:r>
            <a:r>
              <a:rPr lang="hu-HU" dirty="0"/>
              <a:t> 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82062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DD5AFC-43D1-4034-B660-633A5581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 konfiguráció, </a:t>
            </a:r>
            <a:r>
              <a:rPr lang="hu-HU" dirty="0" err="1"/>
              <a:t>ssh</a:t>
            </a:r>
            <a:r>
              <a:rPr lang="hu-HU" dirty="0"/>
              <a:t>, </a:t>
            </a:r>
            <a:r>
              <a:rPr lang="hu-HU" dirty="0" err="1"/>
              <a:t>Tanmuhely</a:t>
            </a:r>
            <a:r>
              <a:rPr lang="hu-HU" dirty="0"/>
              <a:t> 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421976-BDDE-4B80-8991-64B0868C1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hostname</a:t>
            </a:r>
            <a:r>
              <a:rPr lang="hu-HU" dirty="0"/>
              <a:t> Tanmuhely2</a:t>
            </a:r>
          </a:p>
          <a:p>
            <a:r>
              <a:rPr lang="hu-HU" dirty="0" err="1"/>
              <a:t>enable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username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</a:t>
            </a:r>
            <a:r>
              <a:rPr lang="hu-HU" dirty="0" err="1"/>
              <a:t>password</a:t>
            </a:r>
            <a:r>
              <a:rPr lang="hu-HU" dirty="0"/>
              <a:t> 0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domain-name</a:t>
            </a:r>
            <a:r>
              <a:rPr lang="hu-HU" dirty="0"/>
              <a:t> karacs</a:t>
            </a:r>
            <a:r>
              <a:rPr lang="hu-HU"/>
              <a:t>.Tanmuhely2.</a:t>
            </a:r>
            <a:r>
              <a:rPr lang="hu-HU" dirty="0"/>
              <a:t>hu</a:t>
            </a:r>
          </a:p>
          <a:p>
            <a:r>
              <a:rPr lang="hu-HU" dirty="0" err="1"/>
              <a:t>Crypto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rsa</a:t>
            </a:r>
            <a:r>
              <a:rPr lang="hu-HU" dirty="0"/>
              <a:t> 2048</a:t>
            </a:r>
          </a:p>
          <a:p>
            <a:r>
              <a:rPr lang="hu-HU" dirty="0"/>
              <a:t>Line </a:t>
            </a:r>
            <a:r>
              <a:rPr lang="hu-HU" dirty="0" err="1"/>
              <a:t>vty</a:t>
            </a:r>
            <a:r>
              <a:rPr lang="hu-HU" dirty="0"/>
              <a:t> 0 15 </a:t>
            </a:r>
          </a:p>
          <a:p>
            <a:r>
              <a:rPr lang="hu-HU" dirty="0"/>
              <a:t>Login local </a:t>
            </a:r>
          </a:p>
          <a:p>
            <a:r>
              <a:rPr lang="hu-HU" dirty="0" err="1"/>
              <a:t>Transport</a:t>
            </a:r>
            <a:r>
              <a:rPr lang="hu-HU" dirty="0"/>
              <a:t> input </a:t>
            </a:r>
            <a:r>
              <a:rPr lang="hu-HU" dirty="0" err="1"/>
              <a:t>ssh</a:t>
            </a:r>
            <a:r>
              <a:rPr lang="hu-HU" dirty="0"/>
              <a:t> 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58366068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266</Words>
  <Application>Microsoft Office PowerPoint</Application>
  <PresentationFormat>Szélesvásznú</PresentationFormat>
  <Paragraphs>53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Dimenzió</vt:lpstr>
      <vt:lpstr>Projekt Feladat</vt:lpstr>
      <vt:lpstr>A cég aminek hálózatát csináltuk</vt:lpstr>
      <vt:lpstr>A hálózati terv</vt:lpstr>
      <vt:lpstr>Vlanok</vt:lpstr>
      <vt:lpstr>Termek_router</vt:lpstr>
      <vt:lpstr>Folyoso switch</vt:lpstr>
      <vt:lpstr>6osterem</vt:lpstr>
      <vt:lpstr>7es terem</vt:lpstr>
      <vt:lpstr>8asterem</vt:lpstr>
      <vt:lpstr>Titkarsag</vt:lpstr>
      <vt:lpstr>Tanari</vt:lpstr>
      <vt:lpstr>Alap konfiguráció, ssh, Termek_router</vt:lpstr>
      <vt:lpstr>Alap konfiguráció, ssh, Szolgáltató</vt:lpstr>
      <vt:lpstr>Alap konfiguráció, ssh, Tanmuhely 1</vt:lpstr>
      <vt:lpstr>Alap konfiguráció, ssh, Tanmuhely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Feladat</dc:title>
  <dc:creator>vizsgazo</dc:creator>
  <cp:lastModifiedBy>vizsgazo</cp:lastModifiedBy>
  <cp:revision>7</cp:revision>
  <dcterms:created xsi:type="dcterms:W3CDTF">2026-01-09T07:06:25Z</dcterms:created>
  <dcterms:modified xsi:type="dcterms:W3CDTF">2026-01-30T07:38:46Z</dcterms:modified>
</cp:coreProperties>
</file>